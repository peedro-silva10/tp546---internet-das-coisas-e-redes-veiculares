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CC09A-3895-49C3-A45A-934BB435BD07}" v="1" dt="2025-11-19T02:00:49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ugusto" userId="a27d4838b65ae220" providerId="LiveId" clId="{508622A2-EB14-4CB8-A89A-63FA65D532B3}"/>
    <pc:docChg chg="modSld">
      <pc:chgData name="Pedro Augusto" userId="a27d4838b65ae220" providerId="LiveId" clId="{508622A2-EB14-4CB8-A89A-63FA65D532B3}" dt="2025-11-19T02:00:49.876" v="1"/>
      <pc:docMkLst>
        <pc:docMk/>
      </pc:docMkLst>
      <pc:sldChg chg="modSp mod">
        <pc:chgData name="Pedro Augusto" userId="a27d4838b65ae220" providerId="LiveId" clId="{508622A2-EB14-4CB8-A89A-63FA65D532B3}" dt="2025-11-19T02:00:49.876" v="1"/>
        <pc:sldMkLst>
          <pc:docMk/>
          <pc:sldMk cId="664404460" sldId="257"/>
        </pc:sldMkLst>
        <pc:spChg chg="mod">
          <ac:chgData name="Pedro Augusto" userId="a27d4838b65ae220" providerId="LiveId" clId="{508622A2-EB14-4CB8-A89A-63FA65D532B3}" dt="2025-11-19T02:00:49.876" v="1"/>
          <ac:spMkLst>
            <pc:docMk/>
            <pc:sldMk cId="664404460" sldId="257"/>
            <ac:spMk id="3" creationId="{3E1C98D6-2FBF-6E7E-50F6-ECCAEB03773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6B841B-868E-4817-9FB1-B3FAB313C0D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77F72F-5523-4B76-84A9-C189B27D35EA}">
      <dgm:prSet/>
      <dgm:spPr/>
      <dgm:t>
        <a:bodyPr/>
        <a:lstStyle/>
        <a:p>
          <a:r>
            <a:rPr lang="pt-BR"/>
            <a:t>Sensor de vibração: Acelerômetro Digital (MPU6050 ou ADXL345) ou Acelerômetro Piezoelétrico</a:t>
          </a:r>
          <a:endParaRPr lang="en-US"/>
        </a:p>
      </dgm:t>
    </dgm:pt>
    <dgm:pt modelId="{CBD65349-620E-4D71-9E3E-75BEF6188E0E}" type="parTrans" cxnId="{D2C5F59C-0DA6-4DE5-ADA6-BBF0F6E20452}">
      <dgm:prSet/>
      <dgm:spPr/>
      <dgm:t>
        <a:bodyPr/>
        <a:lstStyle/>
        <a:p>
          <a:endParaRPr lang="en-US"/>
        </a:p>
      </dgm:t>
    </dgm:pt>
    <dgm:pt modelId="{484980DD-3AFB-4CA4-B1C9-228D57426D1B}" type="sibTrans" cxnId="{D2C5F59C-0DA6-4DE5-ADA6-BBF0F6E20452}">
      <dgm:prSet/>
      <dgm:spPr/>
      <dgm:t>
        <a:bodyPr/>
        <a:lstStyle/>
        <a:p>
          <a:endParaRPr lang="en-US"/>
        </a:p>
      </dgm:t>
    </dgm:pt>
    <dgm:pt modelId="{7F53CADF-3CCB-4E1A-A0A8-A05FA92BF1A9}">
      <dgm:prSet/>
      <dgm:spPr/>
      <dgm:t>
        <a:bodyPr/>
        <a:lstStyle/>
        <a:p>
          <a:r>
            <a:rPr lang="pt-BR"/>
            <a:t>Sensor de temperatura: Sensor Digital (DS18B20) ou Infravermelho (MLX90614)</a:t>
          </a:r>
          <a:endParaRPr lang="en-US"/>
        </a:p>
      </dgm:t>
    </dgm:pt>
    <dgm:pt modelId="{5FB43C71-3DD5-4382-8961-E27383D9EFAE}" type="parTrans" cxnId="{7A8C5E94-5269-4D7E-8722-4F0D5356346D}">
      <dgm:prSet/>
      <dgm:spPr/>
      <dgm:t>
        <a:bodyPr/>
        <a:lstStyle/>
        <a:p>
          <a:endParaRPr lang="en-US"/>
        </a:p>
      </dgm:t>
    </dgm:pt>
    <dgm:pt modelId="{5F2AF363-5B05-4351-ADDD-9DD8A5D9D313}" type="sibTrans" cxnId="{7A8C5E94-5269-4D7E-8722-4F0D5356346D}">
      <dgm:prSet/>
      <dgm:spPr/>
      <dgm:t>
        <a:bodyPr/>
        <a:lstStyle/>
        <a:p>
          <a:endParaRPr lang="en-US"/>
        </a:p>
      </dgm:t>
    </dgm:pt>
    <dgm:pt modelId="{B5F3D035-8AD0-4CC6-B00F-1F7D962FC4B5}">
      <dgm:prSet/>
      <dgm:spPr/>
      <dgm:t>
        <a:bodyPr/>
        <a:lstStyle/>
        <a:p>
          <a:r>
            <a:rPr lang="pt-BR"/>
            <a:t>Sensor de corrente: Não invasivo (SCT-013) ou Efeito Hall (ACS712)</a:t>
          </a:r>
          <a:endParaRPr lang="en-US"/>
        </a:p>
      </dgm:t>
    </dgm:pt>
    <dgm:pt modelId="{CA3635BC-057D-441F-8768-F09738DFCAC4}" type="parTrans" cxnId="{9404B784-570C-4231-9C21-C0B16C1F2830}">
      <dgm:prSet/>
      <dgm:spPr/>
      <dgm:t>
        <a:bodyPr/>
        <a:lstStyle/>
        <a:p>
          <a:endParaRPr lang="en-US"/>
        </a:p>
      </dgm:t>
    </dgm:pt>
    <dgm:pt modelId="{62F6CAE2-922E-48E9-B9DE-013E48352AD2}" type="sibTrans" cxnId="{9404B784-570C-4231-9C21-C0B16C1F2830}">
      <dgm:prSet/>
      <dgm:spPr/>
      <dgm:t>
        <a:bodyPr/>
        <a:lstStyle/>
        <a:p>
          <a:endParaRPr lang="en-US"/>
        </a:p>
      </dgm:t>
    </dgm:pt>
    <dgm:pt modelId="{C9E0BAA4-E19A-41AA-A629-2D303136B969}">
      <dgm:prSet/>
      <dgm:spPr/>
      <dgm:t>
        <a:bodyPr/>
        <a:lstStyle/>
        <a:p>
          <a:r>
            <a:rPr lang="pt-BR"/>
            <a:t>Gateways: Raspberry Pi, NVIDIA Jetson Nano ou PLCs</a:t>
          </a:r>
          <a:endParaRPr lang="en-US"/>
        </a:p>
      </dgm:t>
    </dgm:pt>
    <dgm:pt modelId="{1A97F4C2-D85A-49DB-9403-65F145845093}" type="parTrans" cxnId="{4BB1D85B-146C-47B9-A7E9-C857E91EA1A8}">
      <dgm:prSet/>
      <dgm:spPr/>
      <dgm:t>
        <a:bodyPr/>
        <a:lstStyle/>
        <a:p>
          <a:endParaRPr lang="en-US"/>
        </a:p>
      </dgm:t>
    </dgm:pt>
    <dgm:pt modelId="{024EE6A9-551C-4B32-B3D5-19A0C148BC86}" type="sibTrans" cxnId="{4BB1D85B-146C-47B9-A7E9-C857E91EA1A8}">
      <dgm:prSet/>
      <dgm:spPr/>
      <dgm:t>
        <a:bodyPr/>
        <a:lstStyle/>
        <a:p>
          <a:endParaRPr lang="en-US"/>
        </a:p>
      </dgm:t>
    </dgm:pt>
    <dgm:pt modelId="{3A5AD5BF-7B6A-469C-A05F-14DA41774D35}" type="pres">
      <dgm:prSet presAssocID="{D86B841B-868E-4817-9FB1-B3FAB313C0DE}" presName="linear" presStyleCnt="0">
        <dgm:presLayoutVars>
          <dgm:animLvl val="lvl"/>
          <dgm:resizeHandles val="exact"/>
        </dgm:presLayoutVars>
      </dgm:prSet>
      <dgm:spPr/>
    </dgm:pt>
    <dgm:pt modelId="{D7086D68-3423-4042-8101-189EA78090FB}" type="pres">
      <dgm:prSet presAssocID="{9877F72F-5523-4B76-84A9-C189B27D35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E53DA60-25D3-45BA-98F6-A03450C60635}" type="pres">
      <dgm:prSet presAssocID="{484980DD-3AFB-4CA4-B1C9-228D57426D1B}" presName="spacer" presStyleCnt="0"/>
      <dgm:spPr/>
    </dgm:pt>
    <dgm:pt modelId="{1489ED2F-1712-4A4F-9E63-A5C6816D2DBE}" type="pres">
      <dgm:prSet presAssocID="{7F53CADF-3CCB-4E1A-A0A8-A05FA92BF1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F433B48-8A04-4D09-9FAF-3D5C121091C9}" type="pres">
      <dgm:prSet presAssocID="{5F2AF363-5B05-4351-ADDD-9DD8A5D9D313}" presName="spacer" presStyleCnt="0"/>
      <dgm:spPr/>
    </dgm:pt>
    <dgm:pt modelId="{5B41BF2D-CE78-49CD-9274-08D40046962D}" type="pres">
      <dgm:prSet presAssocID="{B5F3D035-8AD0-4CC6-B00F-1F7D962FC4B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989EA4-8B71-4AE9-A83D-97DA668CA89E}" type="pres">
      <dgm:prSet presAssocID="{62F6CAE2-922E-48E9-B9DE-013E48352AD2}" presName="spacer" presStyleCnt="0"/>
      <dgm:spPr/>
    </dgm:pt>
    <dgm:pt modelId="{E46A3B4B-D8C4-40A6-8E6F-904B49195A96}" type="pres">
      <dgm:prSet presAssocID="{C9E0BAA4-E19A-41AA-A629-2D303136B96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877C404-FEA9-4D3D-9A86-52FD9DC6B5A6}" type="presOf" srcId="{B5F3D035-8AD0-4CC6-B00F-1F7D962FC4B5}" destId="{5B41BF2D-CE78-49CD-9274-08D40046962D}" srcOrd="0" destOrd="0" presId="urn:microsoft.com/office/officeart/2005/8/layout/vList2"/>
    <dgm:cxn modelId="{4BB1D85B-146C-47B9-A7E9-C857E91EA1A8}" srcId="{D86B841B-868E-4817-9FB1-B3FAB313C0DE}" destId="{C9E0BAA4-E19A-41AA-A629-2D303136B969}" srcOrd="3" destOrd="0" parTransId="{1A97F4C2-D85A-49DB-9403-65F145845093}" sibTransId="{024EE6A9-551C-4B32-B3D5-19A0C148BC86}"/>
    <dgm:cxn modelId="{32474C69-FDAF-473F-81DA-F96248076634}" type="presOf" srcId="{7F53CADF-3CCB-4E1A-A0A8-A05FA92BF1A9}" destId="{1489ED2F-1712-4A4F-9E63-A5C6816D2DBE}" srcOrd="0" destOrd="0" presId="urn:microsoft.com/office/officeart/2005/8/layout/vList2"/>
    <dgm:cxn modelId="{9404B784-570C-4231-9C21-C0B16C1F2830}" srcId="{D86B841B-868E-4817-9FB1-B3FAB313C0DE}" destId="{B5F3D035-8AD0-4CC6-B00F-1F7D962FC4B5}" srcOrd="2" destOrd="0" parTransId="{CA3635BC-057D-441F-8768-F09738DFCAC4}" sibTransId="{62F6CAE2-922E-48E9-B9DE-013E48352AD2}"/>
    <dgm:cxn modelId="{7A8C5E94-5269-4D7E-8722-4F0D5356346D}" srcId="{D86B841B-868E-4817-9FB1-B3FAB313C0DE}" destId="{7F53CADF-3CCB-4E1A-A0A8-A05FA92BF1A9}" srcOrd="1" destOrd="0" parTransId="{5FB43C71-3DD5-4382-8961-E27383D9EFAE}" sibTransId="{5F2AF363-5B05-4351-ADDD-9DD8A5D9D313}"/>
    <dgm:cxn modelId="{D2C5F59C-0DA6-4DE5-ADA6-BBF0F6E20452}" srcId="{D86B841B-868E-4817-9FB1-B3FAB313C0DE}" destId="{9877F72F-5523-4B76-84A9-C189B27D35EA}" srcOrd="0" destOrd="0" parTransId="{CBD65349-620E-4D71-9E3E-75BEF6188E0E}" sibTransId="{484980DD-3AFB-4CA4-B1C9-228D57426D1B}"/>
    <dgm:cxn modelId="{A5D660C9-B916-4FF6-94BD-A97565ACEA05}" type="presOf" srcId="{9877F72F-5523-4B76-84A9-C189B27D35EA}" destId="{D7086D68-3423-4042-8101-189EA78090FB}" srcOrd="0" destOrd="0" presId="urn:microsoft.com/office/officeart/2005/8/layout/vList2"/>
    <dgm:cxn modelId="{6514E8E5-5AD5-42ED-9F7B-8E3E76EF96B7}" type="presOf" srcId="{D86B841B-868E-4817-9FB1-B3FAB313C0DE}" destId="{3A5AD5BF-7B6A-469C-A05F-14DA41774D35}" srcOrd="0" destOrd="0" presId="urn:microsoft.com/office/officeart/2005/8/layout/vList2"/>
    <dgm:cxn modelId="{19385BF9-FAC5-431C-9EE7-7E2842F25108}" type="presOf" srcId="{C9E0BAA4-E19A-41AA-A629-2D303136B969}" destId="{E46A3B4B-D8C4-40A6-8E6F-904B49195A96}" srcOrd="0" destOrd="0" presId="urn:microsoft.com/office/officeart/2005/8/layout/vList2"/>
    <dgm:cxn modelId="{BAF19793-B7B9-4F98-B4F2-2D0AC086AA11}" type="presParOf" srcId="{3A5AD5BF-7B6A-469C-A05F-14DA41774D35}" destId="{D7086D68-3423-4042-8101-189EA78090FB}" srcOrd="0" destOrd="0" presId="urn:microsoft.com/office/officeart/2005/8/layout/vList2"/>
    <dgm:cxn modelId="{C0B36FF7-0CAF-42E5-8F48-D909E64C2D32}" type="presParOf" srcId="{3A5AD5BF-7B6A-469C-A05F-14DA41774D35}" destId="{EE53DA60-25D3-45BA-98F6-A03450C60635}" srcOrd="1" destOrd="0" presId="urn:microsoft.com/office/officeart/2005/8/layout/vList2"/>
    <dgm:cxn modelId="{80591C40-93EF-4389-8555-38A9E5784CBF}" type="presParOf" srcId="{3A5AD5BF-7B6A-469C-A05F-14DA41774D35}" destId="{1489ED2F-1712-4A4F-9E63-A5C6816D2DBE}" srcOrd="2" destOrd="0" presId="urn:microsoft.com/office/officeart/2005/8/layout/vList2"/>
    <dgm:cxn modelId="{2E1F9B8C-716D-4A42-AAB2-6819FDE09114}" type="presParOf" srcId="{3A5AD5BF-7B6A-469C-A05F-14DA41774D35}" destId="{EF433B48-8A04-4D09-9FAF-3D5C121091C9}" srcOrd="3" destOrd="0" presId="urn:microsoft.com/office/officeart/2005/8/layout/vList2"/>
    <dgm:cxn modelId="{CCFFF0B7-052E-458D-9CE8-FCB0D9F5EA63}" type="presParOf" srcId="{3A5AD5BF-7B6A-469C-A05F-14DA41774D35}" destId="{5B41BF2D-CE78-49CD-9274-08D40046962D}" srcOrd="4" destOrd="0" presId="urn:microsoft.com/office/officeart/2005/8/layout/vList2"/>
    <dgm:cxn modelId="{3585FB1D-D2FA-4391-9456-0AD9C87A0B6C}" type="presParOf" srcId="{3A5AD5BF-7B6A-469C-A05F-14DA41774D35}" destId="{7D989EA4-8B71-4AE9-A83D-97DA668CA89E}" srcOrd="5" destOrd="0" presId="urn:microsoft.com/office/officeart/2005/8/layout/vList2"/>
    <dgm:cxn modelId="{CAF2825D-37AE-4F39-9362-86288B132E09}" type="presParOf" srcId="{3A5AD5BF-7B6A-469C-A05F-14DA41774D35}" destId="{E46A3B4B-D8C4-40A6-8E6F-904B49195A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5DC322-A2CA-4FF4-A8C6-4EE6FF87EA5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A425935-71A5-4D61-B98F-C1F0A21F1BA4}">
      <dgm:prSet/>
      <dgm:spPr/>
      <dgm:t>
        <a:bodyPr/>
        <a:lstStyle/>
        <a:p>
          <a:r>
            <a:rPr lang="pt-BR"/>
            <a:t>WEG Motor Scan</a:t>
          </a:r>
          <a:endParaRPr lang="en-US"/>
        </a:p>
      </dgm:t>
    </dgm:pt>
    <dgm:pt modelId="{26A70379-ABF5-4E7A-8569-D45A53C44C6A}" type="parTrans" cxnId="{D7F83179-2D8D-4353-AE32-C57A7C7CD850}">
      <dgm:prSet/>
      <dgm:spPr/>
      <dgm:t>
        <a:bodyPr/>
        <a:lstStyle/>
        <a:p>
          <a:endParaRPr lang="en-US"/>
        </a:p>
      </dgm:t>
    </dgm:pt>
    <dgm:pt modelId="{2EF47CDD-9E1F-4BD3-998D-96AC5776536B}" type="sibTrans" cxnId="{D7F83179-2D8D-4353-AE32-C57A7C7CD850}">
      <dgm:prSet/>
      <dgm:spPr/>
      <dgm:t>
        <a:bodyPr/>
        <a:lstStyle/>
        <a:p>
          <a:endParaRPr lang="en-US"/>
        </a:p>
      </dgm:t>
    </dgm:pt>
    <dgm:pt modelId="{562E9852-7BFD-430A-9230-0FE9ABEFECD8}">
      <dgm:prSet/>
      <dgm:spPr/>
      <dgm:t>
        <a:bodyPr/>
        <a:lstStyle/>
        <a:p>
          <a:r>
            <a:rPr lang="pt-BR"/>
            <a:t>Tractian</a:t>
          </a:r>
          <a:endParaRPr lang="en-US"/>
        </a:p>
      </dgm:t>
    </dgm:pt>
    <dgm:pt modelId="{3B122BD3-1957-4F9B-A46E-D696379893DC}" type="parTrans" cxnId="{3B936836-2B83-47A3-84DD-07110E8D4C27}">
      <dgm:prSet/>
      <dgm:spPr/>
      <dgm:t>
        <a:bodyPr/>
        <a:lstStyle/>
        <a:p>
          <a:endParaRPr lang="en-US"/>
        </a:p>
      </dgm:t>
    </dgm:pt>
    <dgm:pt modelId="{57FAB013-73A1-4C1F-9BA7-B9419B2EF075}" type="sibTrans" cxnId="{3B936836-2B83-47A3-84DD-07110E8D4C27}">
      <dgm:prSet/>
      <dgm:spPr/>
      <dgm:t>
        <a:bodyPr/>
        <a:lstStyle/>
        <a:p>
          <a:endParaRPr lang="en-US"/>
        </a:p>
      </dgm:t>
    </dgm:pt>
    <dgm:pt modelId="{45B77D07-B957-44D0-9EE1-A3D24423CB5A}">
      <dgm:prSet/>
      <dgm:spPr/>
      <dgm:t>
        <a:bodyPr/>
        <a:lstStyle/>
        <a:p>
          <a:r>
            <a:rPr lang="pt-BR"/>
            <a:t>Dynamox e SEMEQ</a:t>
          </a:r>
          <a:endParaRPr lang="en-US"/>
        </a:p>
      </dgm:t>
    </dgm:pt>
    <dgm:pt modelId="{064F5C20-18DC-477F-86CD-4E4BEC91AF98}" type="parTrans" cxnId="{A4CD7ECC-E82C-438B-919E-3DF0EF5AD53C}">
      <dgm:prSet/>
      <dgm:spPr/>
      <dgm:t>
        <a:bodyPr/>
        <a:lstStyle/>
        <a:p>
          <a:endParaRPr lang="en-US"/>
        </a:p>
      </dgm:t>
    </dgm:pt>
    <dgm:pt modelId="{8FB36450-64B2-4C58-BDCD-413A5725898D}" type="sibTrans" cxnId="{A4CD7ECC-E82C-438B-919E-3DF0EF5AD53C}">
      <dgm:prSet/>
      <dgm:spPr/>
      <dgm:t>
        <a:bodyPr/>
        <a:lstStyle/>
        <a:p>
          <a:endParaRPr lang="en-US"/>
        </a:p>
      </dgm:t>
    </dgm:pt>
    <dgm:pt modelId="{51A17D4B-8754-4AD8-A1F7-018EB8F6BE54}" type="pres">
      <dgm:prSet presAssocID="{FC5DC322-A2CA-4FF4-A8C6-4EE6FF87EA5C}" presName="linear" presStyleCnt="0">
        <dgm:presLayoutVars>
          <dgm:animLvl val="lvl"/>
          <dgm:resizeHandles val="exact"/>
        </dgm:presLayoutVars>
      </dgm:prSet>
      <dgm:spPr/>
    </dgm:pt>
    <dgm:pt modelId="{AFF3297F-A2AA-4E77-B1EB-05FFCBDDA715}" type="pres">
      <dgm:prSet presAssocID="{EA425935-71A5-4D61-B98F-C1F0A21F1B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F9211E-5A38-4A83-8F01-E7CBC58C9D7B}" type="pres">
      <dgm:prSet presAssocID="{2EF47CDD-9E1F-4BD3-998D-96AC5776536B}" presName="spacer" presStyleCnt="0"/>
      <dgm:spPr/>
    </dgm:pt>
    <dgm:pt modelId="{607B123A-74BE-4464-B797-EC3219225BF8}" type="pres">
      <dgm:prSet presAssocID="{562E9852-7BFD-430A-9230-0FE9ABEFEC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69635E0-CF17-42ED-8F72-52A2BFD3706E}" type="pres">
      <dgm:prSet presAssocID="{57FAB013-73A1-4C1F-9BA7-B9419B2EF075}" presName="spacer" presStyleCnt="0"/>
      <dgm:spPr/>
    </dgm:pt>
    <dgm:pt modelId="{261F2749-EF1E-43FD-8EA4-1D5099C532E6}" type="pres">
      <dgm:prSet presAssocID="{45B77D07-B957-44D0-9EE1-A3D24423CB5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B936836-2B83-47A3-84DD-07110E8D4C27}" srcId="{FC5DC322-A2CA-4FF4-A8C6-4EE6FF87EA5C}" destId="{562E9852-7BFD-430A-9230-0FE9ABEFECD8}" srcOrd="1" destOrd="0" parTransId="{3B122BD3-1957-4F9B-A46E-D696379893DC}" sibTransId="{57FAB013-73A1-4C1F-9BA7-B9419B2EF075}"/>
    <dgm:cxn modelId="{0637BD74-45BF-479A-9BBB-0E5BC259949E}" type="presOf" srcId="{FC5DC322-A2CA-4FF4-A8C6-4EE6FF87EA5C}" destId="{51A17D4B-8754-4AD8-A1F7-018EB8F6BE54}" srcOrd="0" destOrd="0" presId="urn:microsoft.com/office/officeart/2005/8/layout/vList2"/>
    <dgm:cxn modelId="{D7F83179-2D8D-4353-AE32-C57A7C7CD850}" srcId="{FC5DC322-A2CA-4FF4-A8C6-4EE6FF87EA5C}" destId="{EA425935-71A5-4D61-B98F-C1F0A21F1BA4}" srcOrd="0" destOrd="0" parTransId="{26A70379-ABF5-4E7A-8569-D45A53C44C6A}" sibTransId="{2EF47CDD-9E1F-4BD3-998D-96AC5776536B}"/>
    <dgm:cxn modelId="{1AC7A094-D9F0-4CCC-ABDD-703BCF32E5C1}" type="presOf" srcId="{562E9852-7BFD-430A-9230-0FE9ABEFECD8}" destId="{607B123A-74BE-4464-B797-EC3219225BF8}" srcOrd="0" destOrd="0" presId="urn:microsoft.com/office/officeart/2005/8/layout/vList2"/>
    <dgm:cxn modelId="{5C85D4B0-9399-465C-8DCA-298A07D70A97}" type="presOf" srcId="{45B77D07-B957-44D0-9EE1-A3D24423CB5A}" destId="{261F2749-EF1E-43FD-8EA4-1D5099C532E6}" srcOrd="0" destOrd="0" presId="urn:microsoft.com/office/officeart/2005/8/layout/vList2"/>
    <dgm:cxn modelId="{BAB178BE-6139-4995-BF1F-3EE14DE14499}" type="presOf" srcId="{EA425935-71A5-4D61-B98F-C1F0A21F1BA4}" destId="{AFF3297F-A2AA-4E77-B1EB-05FFCBDDA715}" srcOrd="0" destOrd="0" presId="urn:microsoft.com/office/officeart/2005/8/layout/vList2"/>
    <dgm:cxn modelId="{A4CD7ECC-E82C-438B-919E-3DF0EF5AD53C}" srcId="{FC5DC322-A2CA-4FF4-A8C6-4EE6FF87EA5C}" destId="{45B77D07-B957-44D0-9EE1-A3D24423CB5A}" srcOrd="2" destOrd="0" parTransId="{064F5C20-18DC-477F-86CD-4E4BEC91AF98}" sibTransId="{8FB36450-64B2-4C58-BDCD-413A5725898D}"/>
    <dgm:cxn modelId="{0EBD0117-798C-4A4E-9214-B1459063CF69}" type="presParOf" srcId="{51A17D4B-8754-4AD8-A1F7-018EB8F6BE54}" destId="{AFF3297F-A2AA-4E77-B1EB-05FFCBDDA715}" srcOrd="0" destOrd="0" presId="urn:microsoft.com/office/officeart/2005/8/layout/vList2"/>
    <dgm:cxn modelId="{57B9EEA1-8FD1-4103-BD40-4C565879507B}" type="presParOf" srcId="{51A17D4B-8754-4AD8-A1F7-018EB8F6BE54}" destId="{D0F9211E-5A38-4A83-8F01-E7CBC58C9D7B}" srcOrd="1" destOrd="0" presId="urn:microsoft.com/office/officeart/2005/8/layout/vList2"/>
    <dgm:cxn modelId="{376F460B-7CF7-43ED-BD5A-430A205330D1}" type="presParOf" srcId="{51A17D4B-8754-4AD8-A1F7-018EB8F6BE54}" destId="{607B123A-74BE-4464-B797-EC3219225BF8}" srcOrd="2" destOrd="0" presId="urn:microsoft.com/office/officeart/2005/8/layout/vList2"/>
    <dgm:cxn modelId="{E95DEE98-835C-44BF-A5B4-850580389BA2}" type="presParOf" srcId="{51A17D4B-8754-4AD8-A1F7-018EB8F6BE54}" destId="{269635E0-CF17-42ED-8F72-52A2BFD3706E}" srcOrd="3" destOrd="0" presId="urn:microsoft.com/office/officeart/2005/8/layout/vList2"/>
    <dgm:cxn modelId="{4BB8240C-75E2-420B-83C1-6B4117B60564}" type="presParOf" srcId="{51A17D4B-8754-4AD8-A1F7-018EB8F6BE54}" destId="{261F2749-EF1E-43FD-8EA4-1D5099C532E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8148B0-6C6B-466F-B789-7EBE18631A7A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97DDA84-FCF6-4CA9-BFD1-5C4B9369BE3D}">
      <dgm:prSet/>
      <dgm:spPr/>
      <dgm:t>
        <a:bodyPr/>
        <a:lstStyle/>
        <a:p>
          <a:r>
            <a:rPr lang="pt-BR"/>
            <a:t>Maior controle sobre o motor</a:t>
          </a:r>
          <a:endParaRPr lang="en-US"/>
        </a:p>
      </dgm:t>
    </dgm:pt>
    <dgm:pt modelId="{75C85430-DD8D-47EE-B277-B96F1AB60DDD}" type="parTrans" cxnId="{05051305-6DF6-4810-9295-8F1329AFA1F6}">
      <dgm:prSet/>
      <dgm:spPr/>
      <dgm:t>
        <a:bodyPr/>
        <a:lstStyle/>
        <a:p>
          <a:endParaRPr lang="en-US"/>
        </a:p>
      </dgm:t>
    </dgm:pt>
    <dgm:pt modelId="{B39FC5FD-AA26-45FB-AEA9-75613256C0B5}" type="sibTrans" cxnId="{05051305-6DF6-4810-9295-8F1329AFA1F6}">
      <dgm:prSet/>
      <dgm:spPr/>
      <dgm:t>
        <a:bodyPr/>
        <a:lstStyle/>
        <a:p>
          <a:endParaRPr lang="en-US"/>
        </a:p>
      </dgm:t>
    </dgm:pt>
    <dgm:pt modelId="{C02555E9-72FC-44FE-A298-5A3A2360EA1C}">
      <dgm:prSet/>
      <dgm:spPr/>
      <dgm:t>
        <a:bodyPr/>
        <a:lstStyle/>
        <a:p>
          <a:r>
            <a:rPr lang="pt-BR"/>
            <a:t>Maior vida útil</a:t>
          </a:r>
          <a:endParaRPr lang="en-US"/>
        </a:p>
      </dgm:t>
    </dgm:pt>
    <dgm:pt modelId="{72E09545-4715-4964-9B0E-14DDB1429869}" type="parTrans" cxnId="{11CA8872-0E70-4916-92C5-90653ED529FC}">
      <dgm:prSet/>
      <dgm:spPr/>
      <dgm:t>
        <a:bodyPr/>
        <a:lstStyle/>
        <a:p>
          <a:endParaRPr lang="en-US"/>
        </a:p>
      </dgm:t>
    </dgm:pt>
    <dgm:pt modelId="{7BC1522B-E2FC-4E95-BEE0-26481F3D9405}" type="sibTrans" cxnId="{11CA8872-0E70-4916-92C5-90653ED529FC}">
      <dgm:prSet/>
      <dgm:spPr/>
      <dgm:t>
        <a:bodyPr/>
        <a:lstStyle/>
        <a:p>
          <a:endParaRPr lang="en-US"/>
        </a:p>
      </dgm:t>
    </dgm:pt>
    <dgm:pt modelId="{9DCF8747-EBEE-452E-B8E0-79593EA47395}">
      <dgm:prSet/>
      <dgm:spPr/>
      <dgm:t>
        <a:bodyPr/>
        <a:lstStyle/>
        <a:p>
          <a:r>
            <a:rPr lang="pt-BR"/>
            <a:t>Evita parada de produção desnecessária</a:t>
          </a:r>
          <a:endParaRPr lang="en-US"/>
        </a:p>
      </dgm:t>
    </dgm:pt>
    <dgm:pt modelId="{FE130202-2FD6-41A9-A4F5-0F25B8072D9D}" type="parTrans" cxnId="{49A25D1C-0B60-4FF5-81BA-8319D46CABD3}">
      <dgm:prSet/>
      <dgm:spPr/>
      <dgm:t>
        <a:bodyPr/>
        <a:lstStyle/>
        <a:p>
          <a:endParaRPr lang="en-US"/>
        </a:p>
      </dgm:t>
    </dgm:pt>
    <dgm:pt modelId="{776B5BC0-B4C1-4B52-96F2-F29B2F059A11}" type="sibTrans" cxnId="{49A25D1C-0B60-4FF5-81BA-8319D46CABD3}">
      <dgm:prSet/>
      <dgm:spPr/>
      <dgm:t>
        <a:bodyPr/>
        <a:lstStyle/>
        <a:p>
          <a:endParaRPr lang="en-US"/>
        </a:p>
      </dgm:t>
    </dgm:pt>
    <dgm:pt modelId="{89E47284-AA8C-4CF4-86EC-4731DD4AB053}">
      <dgm:prSet/>
      <dgm:spPr/>
      <dgm:t>
        <a:bodyPr/>
        <a:lstStyle/>
        <a:p>
          <a:r>
            <a:rPr lang="pt-BR"/>
            <a:t>Aumento da produtividade</a:t>
          </a:r>
          <a:endParaRPr lang="en-US"/>
        </a:p>
      </dgm:t>
    </dgm:pt>
    <dgm:pt modelId="{ED72BFA8-2394-460F-A360-823D17CC7AFC}" type="parTrans" cxnId="{D8285921-094E-4EF3-A743-32404B062A24}">
      <dgm:prSet/>
      <dgm:spPr/>
      <dgm:t>
        <a:bodyPr/>
        <a:lstStyle/>
        <a:p>
          <a:endParaRPr lang="en-US"/>
        </a:p>
      </dgm:t>
    </dgm:pt>
    <dgm:pt modelId="{C5A14FF0-835E-4C29-9A09-6083300087E4}" type="sibTrans" cxnId="{D8285921-094E-4EF3-A743-32404B062A24}">
      <dgm:prSet/>
      <dgm:spPr/>
      <dgm:t>
        <a:bodyPr/>
        <a:lstStyle/>
        <a:p>
          <a:endParaRPr lang="en-US"/>
        </a:p>
      </dgm:t>
    </dgm:pt>
    <dgm:pt modelId="{88284BEE-BC09-4B14-A5EE-01F8D00D7DE3}">
      <dgm:prSet/>
      <dgm:spPr/>
      <dgm:t>
        <a:bodyPr/>
        <a:lstStyle/>
        <a:p>
          <a:r>
            <a:rPr lang="pt-BR"/>
            <a:t>Paradas para manutenção programada</a:t>
          </a:r>
          <a:endParaRPr lang="en-US"/>
        </a:p>
      </dgm:t>
    </dgm:pt>
    <dgm:pt modelId="{FCE9304E-EC2B-4B82-90F7-B1C70D8B51BD}" type="parTrans" cxnId="{5A711AD6-D61B-417C-B44B-2BBD4D573099}">
      <dgm:prSet/>
      <dgm:spPr/>
      <dgm:t>
        <a:bodyPr/>
        <a:lstStyle/>
        <a:p>
          <a:endParaRPr lang="en-US"/>
        </a:p>
      </dgm:t>
    </dgm:pt>
    <dgm:pt modelId="{0E697032-FEBB-436F-B78C-A0B666AD641F}" type="sibTrans" cxnId="{5A711AD6-D61B-417C-B44B-2BBD4D573099}">
      <dgm:prSet/>
      <dgm:spPr/>
      <dgm:t>
        <a:bodyPr/>
        <a:lstStyle/>
        <a:p>
          <a:endParaRPr lang="en-US"/>
        </a:p>
      </dgm:t>
    </dgm:pt>
    <dgm:pt modelId="{2956939B-21C3-4C95-B8C3-FDB0273314C1}">
      <dgm:prSet/>
      <dgm:spPr/>
      <dgm:t>
        <a:bodyPr/>
        <a:lstStyle/>
        <a:p>
          <a:r>
            <a:rPr lang="pt-BR"/>
            <a:t>Já é um produto comercial</a:t>
          </a:r>
          <a:endParaRPr lang="en-US"/>
        </a:p>
      </dgm:t>
    </dgm:pt>
    <dgm:pt modelId="{6C3DBAF2-C99B-44CC-9E4F-2F39ADBA8918}" type="parTrans" cxnId="{56C0B5CF-EF7E-4640-853E-28B0C92BFE6D}">
      <dgm:prSet/>
      <dgm:spPr/>
      <dgm:t>
        <a:bodyPr/>
        <a:lstStyle/>
        <a:p>
          <a:endParaRPr lang="en-US"/>
        </a:p>
      </dgm:t>
    </dgm:pt>
    <dgm:pt modelId="{92DC310A-1CA2-4362-AF85-884367626742}" type="sibTrans" cxnId="{56C0B5CF-EF7E-4640-853E-28B0C92BFE6D}">
      <dgm:prSet/>
      <dgm:spPr/>
      <dgm:t>
        <a:bodyPr/>
        <a:lstStyle/>
        <a:p>
          <a:endParaRPr lang="en-US"/>
        </a:p>
      </dgm:t>
    </dgm:pt>
    <dgm:pt modelId="{9085B466-493B-4B08-A066-60E891E266AF}" type="pres">
      <dgm:prSet presAssocID="{848148B0-6C6B-466F-B789-7EBE18631A7A}" presName="vert0" presStyleCnt="0">
        <dgm:presLayoutVars>
          <dgm:dir/>
          <dgm:animOne val="branch"/>
          <dgm:animLvl val="lvl"/>
        </dgm:presLayoutVars>
      </dgm:prSet>
      <dgm:spPr/>
    </dgm:pt>
    <dgm:pt modelId="{41CAFBBF-CC37-42F3-8E25-39FCBF98E3DA}" type="pres">
      <dgm:prSet presAssocID="{A97DDA84-FCF6-4CA9-BFD1-5C4B9369BE3D}" presName="thickLine" presStyleLbl="alignNode1" presStyleIdx="0" presStyleCnt="6"/>
      <dgm:spPr/>
    </dgm:pt>
    <dgm:pt modelId="{496BC09A-E824-4502-A079-582723DF2A0D}" type="pres">
      <dgm:prSet presAssocID="{A97DDA84-FCF6-4CA9-BFD1-5C4B9369BE3D}" presName="horz1" presStyleCnt="0"/>
      <dgm:spPr/>
    </dgm:pt>
    <dgm:pt modelId="{EF2F8417-0A38-4CF0-BDC1-49A39DFEEABA}" type="pres">
      <dgm:prSet presAssocID="{A97DDA84-FCF6-4CA9-BFD1-5C4B9369BE3D}" presName="tx1" presStyleLbl="revTx" presStyleIdx="0" presStyleCnt="6"/>
      <dgm:spPr/>
    </dgm:pt>
    <dgm:pt modelId="{115D2D6B-B9ED-4D1C-A0B6-2E058A5FB89C}" type="pres">
      <dgm:prSet presAssocID="{A97DDA84-FCF6-4CA9-BFD1-5C4B9369BE3D}" presName="vert1" presStyleCnt="0"/>
      <dgm:spPr/>
    </dgm:pt>
    <dgm:pt modelId="{EC1B2285-19C3-4CBF-8B7C-FF5AA1017E8A}" type="pres">
      <dgm:prSet presAssocID="{C02555E9-72FC-44FE-A298-5A3A2360EA1C}" presName="thickLine" presStyleLbl="alignNode1" presStyleIdx="1" presStyleCnt="6"/>
      <dgm:spPr/>
    </dgm:pt>
    <dgm:pt modelId="{03C54C04-F0D6-4D20-9B76-FD48D584D87A}" type="pres">
      <dgm:prSet presAssocID="{C02555E9-72FC-44FE-A298-5A3A2360EA1C}" presName="horz1" presStyleCnt="0"/>
      <dgm:spPr/>
    </dgm:pt>
    <dgm:pt modelId="{696650CC-0EBC-421D-9F3D-88E82A2D87BE}" type="pres">
      <dgm:prSet presAssocID="{C02555E9-72FC-44FE-A298-5A3A2360EA1C}" presName="tx1" presStyleLbl="revTx" presStyleIdx="1" presStyleCnt="6"/>
      <dgm:spPr/>
    </dgm:pt>
    <dgm:pt modelId="{FD983E58-C3BF-4401-8389-82113E717E2D}" type="pres">
      <dgm:prSet presAssocID="{C02555E9-72FC-44FE-A298-5A3A2360EA1C}" presName="vert1" presStyleCnt="0"/>
      <dgm:spPr/>
    </dgm:pt>
    <dgm:pt modelId="{DF22435B-679E-4B7F-AF76-9116981E57C5}" type="pres">
      <dgm:prSet presAssocID="{9DCF8747-EBEE-452E-B8E0-79593EA47395}" presName="thickLine" presStyleLbl="alignNode1" presStyleIdx="2" presStyleCnt="6"/>
      <dgm:spPr/>
    </dgm:pt>
    <dgm:pt modelId="{35A54470-9189-4C8E-90CE-65CD4A4B83BC}" type="pres">
      <dgm:prSet presAssocID="{9DCF8747-EBEE-452E-B8E0-79593EA47395}" presName="horz1" presStyleCnt="0"/>
      <dgm:spPr/>
    </dgm:pt>
    <dgm:pt modelId="{B80966A1-189C-48BE-B038-658A2FB9F5A0}" type="pres">
      <dgm:prSet presAssocID="{9DCF8747-EBEE-452E-B8E0-79593EA47395}" presName="tx1" presStyleLbl="revTx" presStyleIdx="2" presStyleCnt="6"/>
      <dgm:spPr/>
    </dgm:pt>
    <dgm:pt modelId="{4DFB8BE3-ECE9-4F9C-B48B-53C4420D5A32}" type="pres">
      <dgm:prSet presAssocID="{9DCF8747-EBEE-452E-B8E0-79593EA47395}" presName="vert1" presStyleCnt="0"/>
      <dgm:spPr/>
    </dgm:pt>
    <dgm:pt modelId="{F4AC56BB-4D2B-4855-8B95-9F8C296E02FE}" type="pres">
      <dgm:prSet presAssocID="{89E47284-AA8C-4CF4-86EC-4731DD4AB053}" presName="thickLine" presStyleLbl="alignNode1" presStyleIdx="3" presStyleCnt="6"/>
      <dgm:spPr/>
    </dgm:pt>
    <dgm:pt modelId="{FFD171EA-52D7-4D91-8846-A6903B040562}" type="pres">
      <dgm:prSet presAssocID="{89E47284-AA8C-4CF4-86EC-4731DD4AB053}" presName="horz1" presStyleCnt="0"/>
      <dgm:spPr/>
    </dgm:pt>
    <dgm:pt modelId="{0BDE9A18-A451-4A79-B04D-DF7A9798042E}" type="pres">
      <dgm:prSet presAssocID="{89E47284-AA8C-4CF4-86EC-4731DD4AB053}" presName="tx1" presStyleLbl="revTx" presStyleIdx="3" presStyleCnt="6"/>
      <dgm:spPr/>
    </dgm:pt>
    <dgm:pt modelId="{7713765F-6840-481D-9C54-C67FA81BD810}" type="pres">
      <dgm:prSet presAssocID="{89E47284-AA8C-4CF4-86EC-4731DD4AB053}" presName="vert1" presStyleCnt="0"/>
      <dgm:spPr/>
    </dgm:pt>
    <dgm:pt modelId="{69559BB9-B395-4130-A1AA-85D28F65DD59}" type="pres">
      <dgm:prSet presAssocID="{88284BEE-BC09-4B14-A5EE-01F8D00D7DE3}" presName="thickLine" presStyleLbl="alignNode1" presStyleIdx="4" presStyleCnt="6"/>
      <dgm:spPr/>
    </dgm:pt>
    <dgm:pt modelId="{5203CC1A-3800-4A9D-A90F-D377DF8822D1}" type="pres">
      <dgm:prSet presAssocID="{88284BEE-BC09-4B14-A5EE-01F8D00D7DE3}" presName="horz1" presStyleCnt="0"/>
      <dgm:spPr/>
    </dgm:pt>
    <dgm:pt modelId="{F504C043-21AC-45E9-B9F4-753FCEEEA220}" type="pres">
      <dgm:prSet presAssocID="{88284BEE-BC09-4B14-A5EE-01F8D00D7DE3}" presName="tx1" presStyleLbl="revTx" presStyleIdx="4" presStyleCnt="6"/>
      <dgm:spPr/>
    </dgm:pt>
    <dgm:pt modelId="{6FF9164E-4467-4F8B-866B-0DC27EF09D47}" type="pres">
      <dgm:prSet presAssocID="{88284BEE-BC09-4B14-A5EE-01F8D00D7DE3}" presName="vert1" presStyleCnt="0"/>
      <dgm:spPr/>
    </dgm:pt>
    <dgm:pt modelId="{FF73D415-8AA7-4271-AEDD-9B8F798772A8}" type="pres">
      <dgm:prSet presAssocID="{2956939B-21C3-4C95-B8C3-FDB0273314C1}" presName="thickLine" presStyleLbl="alignNode1" presStyleIdx="5" presStyleCnt="6"/>
      <dgm:spPr/>
    </dgm:pt>
    <dgm:pt modelId="{4A41B03A-5DDA-4E43-A91C-1DB8689CA0AE}" type="pres">
      <dgm:prSet presAssocID="{2956939B-21C3-4C95-B8C3-FDB0273314C1}" presName="horz1" presStyleCnt="0"/>
      <dgm:spPr/>
    </dgm:pt>
    <dgm:pt modelId="{AE6A4535-293A-4999-B711-C12A90D8FF83}" type="pres">
      <dgm:prSet presAssocID="{2956939B-21C3-4C95-B8C3-FDB0273314C1}" presName="tx1" presStyleLbl="revTx" presStyleIdx="5" presStyleCnt="6"/>
      <dgm:spPr/>
    </dgm:pt>
    <dgm:pt modelId="{57EFAF7D-0EE6-4E33-B6D0-AB5EE704FB95}" type="pres">
      <dgm:prSet presAssocID="{2956939B-21C3-4C95-B8C3-FDB0273314C1}" presName="vert1" presStyleCnt="0"/>
      <dgm:spPr/>
    </dgm:pt>
  </dgm:ptLst>
  <dgm:cxnLst>
    <dgm:cxn modelId="{05051305-6DF6-4810-9295-8F1329AFA1F6}" srcId="{848148B0-6C6B-466F-B789-7EBE18631A7A}" destId="{A97DDA84-FCF6-4CA9-BFD1-5C4B9369BE3D}" srcOrd="0" destOrd="0" parTransId="{75C85430-DD8D-47EE-B277-B96F1AB60DDD}" sibTransId="{B39FC5FD-AA26-45FB-AEA9-75613256C0B5}"/>
    <dgm:cxn modelId="{49A25D1C-0B60-4FF5-81BA-8319D46CABD3}" srcId="{848148B0-6C6B-466F-B789-7EBE18631A7A}" destId="{9DCF8747-EBEE-452E-B8E0-79593EA47395}" srcOrd="2" destOrd="0" parTransId="{FE130202-2FD6-41A9-A4F5-0F25B8072D9D}" sibTransId="{776B5BC0-B4C1-4B52-96F2-F29B2F059A11}"/>
    <dgm:cxn modelId="{D8285921-094E-4EF3-A743-32404B062A24}" srcId="{848148B0-6C6B-466F-B789-7EBE18631A7A}" destId="{89E47284-AA8C-4CF4-86EC-4731DD4AB053}" srcOrd="3" destOrd="0" parTransId="{ED72BFA8-2394-460F-A360-823D17CC7AFC}" sibTransId="{C5A14FF0-835E-4C29-9A09-6083300087E4}"/>
    <dgm:cxn modelId="{3FBECD26-CCA8-4F68-AC3C-25E7387F1C58}" type="presOf" srcId="{848148B0-6C6B-466F-B789-7EBE18631A7A}" destId="{9085B466-493B-4B08-A066-60E891E266AF}" srcOrd="0" destOrd="0" presId="urn:microsoft.com/office/officeart/2008/layout/LinedList"/>
    <dgm:cxn modelId="{991BAF4C-D308-489B-A26E-17215BBBBF93}" type="presOf" srcId="{C02555E9-72FC-44FE-A298-5A3A2360EA1C}" destId="{696650CC-0EBC-421D-9F3D-88E82A2D87BE}" srcOrd="0" destOrd="0" presId="urn:microsoft.com/office/officeart/2008/layout/LinedList"/>
    <dgm:cxn modelId="{FC9F056F-2CDA-4A60-A876-AF3B7BB89C20}" type="presOf" srcId="{89E47284-AA8C-4CF4-86EC-4731DD4AB053}" destId="{0BDE9A18-A451-4A79-B04D-DF7A9798042E}" srcOrd="0" destOrd="0" presId="urn:microsoft.com/office/officeart/2008/layout/LinedList"/>
    <dgm:cxn modelId="{11CA8872-0E70-4916-92C5-90653ED529FC}" srcId="{848148B0-6C6B-466F-B789-7EBE18631A7A}" destId="{C02555E9-72FC-44FE-A298-5A3A2360EA1C}" srcOrd="1" destOrd="0" parTransId="{72E09545-4715-4964-9B0E-14DDB1429869}" sibTransId="{7BC1522B-E2FC-4E95-BEE0-26481F3D9405}"/>
    <dgm:cxn modelId="{3698D372-66C8-4FCE-B86E-4F52E13E5D30}" type="presOf" srcId="{9DCF8747-EBEE-452E-B8E0-79593EA47395}" destId="{B80966A1-189C-48BE-B038-658A2FB9F5A0}" srcOrd="0" destOrd="0" presId="urn:microsoft.com/office/officeart/2008/layout/LinedList"/>
    <dgm:cxn modelId="{721A2598-815A-432A-9FDF-E715BE7457DD}" type="presOf" srcId="{88284BEE-BC09-4B14-A5EE-01F8D00D7DE3}" destId="{F504C043-21AC-45E9-B9F4-753FCEEEA220}" srcOrd="0" destOrd="0" presId="urn:microsoft.com/office/officeart/2008/layout/LinedList"/>
    <dgm:cxn modelId="{56C0B5CF-EF7E-4640-853E-28B0C92BFE6D}" srcId="{848148B0-6C6B-466F-B789-7EBE18631A7A}" destId="{2956939B-21C3-4C95-B8C3-FDB0273314C1}" srcOrd="5" destOrd="0" parTransId="{6C3DBAF2-C99B-44CC-9E4F-2F39ADBA8918}" sibTransId="{92DC310A-1CA2-4362-AF85-884367626742}"/>
    <dgm:cxn modelId="{7A84F6D5-7215-4C4E-BA18-263D0B56AC52}" type="presOf" srcId="{A97DDA84-FCF6-4CA9-BFD1-5C4B9369BE3D}" destId="{EF2F8417-0A38-4CF0-BDC1-49A39DFEEABA}" srcOrd="0" destOrd="0" presId="urn:microsoft.com/office/officeart/2008/layout/LinedList"/>
    <dgm:cxn modelId="{5A711AD6-D61B-417C-B44B-2BBD4D573099}" srcId="{848148B0-6C6B-466F-B789-7EBE18631A7A}" destId="{88284BEE-BC09-4B14-A5EE-01F8D00D7DE3}" srcOrd="4" destOrd="0" parTransId="{FCE9304E-EC2B-4B82-90F7-B1C70D8B51BD}" sibTransId="{0E697032-FEBB-436F-B78C-A0B666AD641F}"/>
    <dgm:cxn modelId="{E3DCBEDC-E0AA-4288-BE50-B4EAEA36AA67}" type="presOf" srcId="{2956939B-21C3-4C95-B8C3-FDB0273314C1}" destId="{AE6A4535-293A-4999-B711-C12A90D8FF83}" srcOrd="0" destOrd="0" presId="urn:microsoft.com/office/officeart/2008/layout/LinedList"/>
    <dgm:cxn modelId="{55D239B5-C3CF-4FB7-A178-4FDEE2E9CD5F}" type="presParOf" srcId="{9085B466-493B-4B08-A066-60E891E266AF}" destId="{41CAFBBF-CC37-42F3-8E25-39FCBF98E3DA}" srcOrd="0" destOrd="0" presId="urn:microsoft.com/office/officeart/2008/layout/LinedList"/>
    <dgm:cxn modelId="{9BFF2BEF-8EC7-4518-A489-911E646922D5}" type="presParOf" srcId="{9085B466-493B-4B08-A066-60E891E266AF}" destId="{496BC09A-E824-4502-A079-582723DF2A0D}" srcOrd="1" destOrd="0" presId="urn:microsoft.com/office/officeart/2008/layout/LinedList"/>
    <dgm:cxn modelId="{4E3EDF3E-F0F0-4AE4-97D7-3FB788AD4F28}" type="presParOf" srcId="{496BC09A-E824-4502-A079-582723DF2A0D}" destId="{EF2F8417-0A38-4CF0-BDC1-49A39DFEEABA}" srcOrd="0" destOrd="0" presId="urn:microsoft.com/office/officeart/2008/layout/LinedList"/>
    <dgm:cxn modelId="{FDDFD571-626B-4D2E-868E-8A09E046F8D1}" type="presParOf" srcId="{496BC09A-E824-4502-A079-582723DF2A0D}" destId="{115D2D6B-B9ED-4D1C-A0B6-2E058A5FB89C}" srcOrd="1" destOrd="0" presId="urn:microsoft.com/office/officeart/2008/layout/LinedList"/>
    <dgm:cxn modelId="{11F8BAE2-0457-49E0-8F0B-7552F176B9DA}" type="presParOf" srcId="{9085B466-493B-4B08-A066-60E891E266AF}" destId="{EC1B2285-19C3-4CBF-8B7C-FF5AA1017E8A}" srcOrd="2" destOrd="0" presId="urn:microsoft.com/office/officeart/2008/layout/LinedList"/>
    <dgm:cxn modelId="{D9443B72-5C45-48C1-8631-54C25A9465D4}" type="presParOf" srcId="{9085B466-493B-4B08-A066-60E891E266AF}" destId="{03C54C04-F0D6-4D20-9B76-FD48D584D87A}" srcOrd="3" destOrd="0" presId="urn:microsoft.com/office/officeart/2008/layout/LinedList"/>
    <dgm:cxn modelId="{FE90725F-4593-48D4-9A66-17C5E5CA59D6}" type="presParOf" srcId="{03C54C04-F0D6-4D20-9B76-FD48D584D87A}" destId="{696650CC-0EBC-421D-9F3D-88E82A2D87BE}" srcOrd="0" destOrd="0" presId="urn:microsoft.com/office/officeart/2008/layout/LinedList"/>
    <dgm:cxn modelId="{212A8799-8F4C-4F25-9F08-DE79F6AECB28}" type="presParOf" srcId="{03C54C04-F0D6-4D20-9B76-FD48D584D87A}" destId="{FD983E58-C3BF-4401-8389-82113E717E2D}" srcOrd="1" destOrd="0" presId="urn:microsoft.com/office/officeart/2008/layout/LinedList"/>
    <dgm:cxn modelId="{0958D46C-F800-458B-93BA-614B0DCFDBB7}" type="presParOf" srcId="{9085B466-493B-4B08-A066-60E891E266AF}" destId="{DF22435B-679E-4B7F-AF76-9116981E57C5}" srcOrd="4" destOrd="0" presId="urn:microsoft.com/office/officeart/2008/layout/LinedList"/>
    <dgm:cxn modelId="{7CDEE45F-1663-4339-98C6-5D88F67F650E}" type="presParOf" srcId="{9085B466-493B-4B08-A066-60E891E266AF}" destId="{35A54470-9189-4C8E-90CE-65CD4A4B83BC}" srcOrd="5" destOrd="0" presId="urn:microsoft.com/office/officeart/2008/layout/LinedList"/>
    <dgm:cxn modelId="{1D8ACA9E-8114-4CF4-8228-1524240DE222}" type="presParOf" srcId="{35A54470-9189-4C8E-90CE-65CD4A4B83BC}" destId="{B80966A1-189C-48BE-B038-658A2FB9F5A0}" srcOrd="0" destOrd="0" presId="urn:microsoft.com/office/officeart/2008/layout/LinedList"/>
    <dgm:cxn modelId="{B1154FF8-730C-43BC-80AF-B8FE76A58813}" type="presParOf" srcId="{35A54470-9189-4C8E-90CE-65CD4A4B83BC}" destId="{4DFB8BE3-ECE9-4F9C-B48B-53C4420D5A32}" srcOrd="1" destOrd="0" presId="urn:microsoft.com/office/officeart/2008/layout/LinedList"/>
    <dgm:cxn modelId="{6F853B3D-75F7-446F-B97E-B82641D4F457}" type="presParOf" srcId="{9085B466-493B-4B08-A066-60E891E266AF}" destId="{F4AC56BB-4D2B-4855-8B95-9F8C296E02FE}" srcOrd="6" destOrd="0" presId="urn:microsoft.com/office/officeart/2008/layout/LinedList"/>
    <dgm:cxn modelId="{57B0F0EB-6B3D-4CE2-86E6-749DEB3F310A}" type="presParOf" srcId="{9085B466-493B-4B08-A066-60E891E266AF}" destId="{FFD171EA-52D7-4D91-8846-A6903B040562}" srcOrd="7" destOrd="0" presId="urn:microsoft.com/office/officeart/2008/layout/LinedList"/>
    <dgm:cxn modelId="{0CE7CB24-D971-44AB-A1A3-18BFFF22B261}" type="presParOf" srcId="{FFD171EA-52D7-4D91-8846-A6903B040562}" destId="{0BDE9A18-A451-4A79-B04D-DF7A9798042E}" srcOrd="0" destOrd="0" presId="urn:microsoft.com/office/officeart/2008/layout/LinedList"/>
    <dgm:cxn modelId="{2D5F7156-5AF4-49D1-9F91-3F5B8493E148}" type="presParOf" srcId="{FFD171EA-52D7-4D91-8846-A6903B040562}" destId="{7713765F-6840-481D-9C54-C67FA81BD810}" srcOrd="1" destOrd="0" presId="urn:microsoft.com/office/officeart/2008/layout/LinedList"/>
    <dgm:cxn modelId="{64CB09B4-69C6-42CB-A90A-BB7CE5D70CD0}" type="presParOf" srcId="{9085B466-493B-4B08-A066-60E891E266AF}" destId="{69559BB9-B395-4130-A1AA-85D28F65DD59}" srcOrd="8" destOrd="0" presId="urn:microsoft.com/office/officeart/2008/layout/LinedList"/>
    <dgm:cxn modelId="{76127E78-203A-4449-B3DC-8378C2668BD4}" type="presParOf" srcId="{9085B466-493B-4B08-A066-60E891E266AF}" destId="{5203CC1A-3800-4A9D-A90F-D377DF8822D1}" srcOrd="9" destOrd="0" presId="urn:microsoft.com/office/officeart/2008/layout/LinedList"/>
    <dgm:cxn modelId="{630ED8DE-8184-489A-8657-FD521C6BEC0F}" type="presParOf" srcId="{5203CC1A-3800-4A9D-A90F-D377DF8822D1}" destId="{F504C043-21AC-45E9-B9F4-753FCEEEA220}" srcOrd="0" destOrd="0" presId="urn:microsoft.com/office/officeart/2008/layout/LinedList"/>
    <dgm:cxn modelId="{68CACBC1-50F7-4269-833B-DD2B0C9AC47F}" type="presParOf" srcId="{5203CC1A-3800-4A9D-A90F-D377DF8822D1}" destId="{6FF9164E-4467-4F8B-866B-0DC27EF09D47}" srcOrd="1" destOrd="0" presId="urn:microsoft.com/office/officeart/2008/layout/LinedList"/>
    <dgm:cxn modelId="{87B2ED48-1806-4CC2-B3F9-E384763F4018}" type="presParOf" srcId="{9085B466-493B-4B08-A066-60E891E266AF}" destId="{FF73D415-8AA7-4271-AEDD-9B8F798772A8}" srcOrd="10" destOrd="0" presId="urn:microsoft.com/office/officeart/2008/layout/LinedList"/>
    <dgm:cxn modelId="{408FF4F7-D7E4-4854-AF5F-67142ABAC9B4}" type="presParOf" srcId="{9085B466-493B-4B08-A066-60E891E266AF}" destId="{4A41B03A-5DDA-4E43-A91C-1DB8689CA0AE}" srcOrd="11" destOrd="0" presId="urn:microsoft.com/office/officeart/2008/layout/LinedList"/>
    <dgm:cxn modelId="{A374332A-8F0A-4961-AC77-44FDABE29451}" type="presParOf" srcId="{4A41B03A-5DDA-4E43-A91C-1DB8689CA0AE}" destId="{AE6A4535-293A-4999-B711-C12A90D8FF83}" srcOrd="0" destOrd="0" presId="urn:microsoft.com/office/officeart/2008/layout/LinedList"/>
    <dgm:cxn modelId="{DEA54C99-A88B-49BD-B656-EAB1CB463417}" type="presParOf" srcId="{4A41B03A-5DDA-4E43-A91C-1DB8689CA0AE}" destId="{57EFAF7D-0EE6-4E33-B6D0-AB5EE704FB9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9BBF48-A307-4B8C-B743-97074FC8061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27FC8EA-C9AF-4A3D-AA55-54A24D2A9A4D}">
      <dgm:prSet/>
      <dgm:spPr/>
      <dgm:t>
        <a:bodyPr/>
        <a:lstStyle/>
        <a:p>
          <a:r>
            <a:rPr lang="pt-BR"/>
            <a:t>É possível se conectar com outros servidores de nuvem, como AWS IoT, Google Cloud, etc ou com servidores MQTT Externos</a:t>
          </a:r>
          <a:endParaRPr lang="en-US"/>
        </a:p>
      </dgm:t>
    </dgm:pt>
    <dgm:pt modelId="{FF9F5074-507A-4FB8-B29F-5AAC379A2956}" type="parTrans" cxnId="{7FC7C5DE-3938-4956-AA9C-CF7710A094AA}">
      <dgm:prSet/>
      <dgm:spPr/>
      <dgm:t>
        <a:bodyPr/>
        <a:lstStyle/>
        <a:p>
          <a:endParaRPr lang="en-US"/>
        </a:p>
      </dgm:t>
    </dgm:pt>
    <dgm:pt modelId="{6A5ADC98-05A3-4E46-AFC7-7335B36983F1}" type="sibTrans" cxnId="{7FC7C5DE-3938-4956-AA9C-CF7710A094AA}">
      <dgm:prSet/>
      <dgm:spPr/>
      <dgm:t>
        <a:bodyPr/>
        <a:lstStyle/>
        <a:p>
          <a:endParaRPr lang="en-US"/>
        </a:p>
      </dgm:t>
    </dgm:pt>
    <dgm:pt modelId="{42296661-ADB5-47ED-9E5A-12B19E83C550}">
      <dgm:prSet/>
      <dgm:spPr/>
      <dgm:t>
        <a:bodyPr/>
        <a:lstStyle/>
        <a:p>
          <a:r>
            <a:rPr lang="pt-BR"/>
            <a:t>Pode-se conectar com sistemas de gestão como SAP e outros</a:t>
          </a:r>
          <a:endParaRPr lang="en-US"/>
        </a:p>
      </dgm:t>
    </dgm:pt>
    <dgm:pt modelId="{BABE4D17-2295-489F-953B-CD9358BCAA5B}" type="parTrans" cxnId="{878FEF0F-5C70-45D7-9747-EAEEFAB28CEB}">
      <dgm:prSet/>
      <dgm:spPr/>
      <dgm:t>
        <a:bodyPr/>
        <a:lstStyle/>
        <a:p>
          <a:endParaRPr lang="en-US"/>
        </a:p>
      </dgm:t>
    </dgm:pt>
    <dgm:pt modelId="{5022B5CE-1888-4829-9683-4899CFD9C159}" type="sibTrans" cxnId="{878FEF0F-5C70-45D7-9747-EAEEFAB28CEB}">
      <dgm:prSet/>
      <dgm:spPr/>
      <dgm:t>
        <a:bodyPr/>
        <a:lstStyle/>
        <a:p>
          <a:endParaRPr lang="en-US"/>
        </a:p>
      </dgm:t>
    </dgm:pt>
    <dgm:pt modelId="{C59607E9-38C4-4C6D-96CE-FC054B9F890E}">
      <dgm:prSet/>
      <dgm:spPr/>
      <dgm:t>
        <a:bodyPr/>
        <a:lstStyle/>
        <a:p>
          <a:r>
            <a:rPr lang="pt-BR"/>
            <a:t>Também é possível se conectar com PLCs e sistemas SCADA</a:t>
          </a:r>
          <a:endParaRPr lang="en-US"/>
        </a:p>
      </dgm:t>
    </dgm:pt>
    <dgm:pt modelId="{E66FD02C-7D8C-47EC-A010-88F4EF8C6342}" type="parTrans" cxnId="{0D652403-3EDE-418A-94D5-C71DF9B55B50}">
      <dgm:prSet/>
      <dgm:spPr/>
      <dgm:t>
        <a:bodyPr/>
        <a:lstStyle/>
        <a:p>
          <a:endParaRPr lang="en-US"/>
        </a:p>
      </dgm:t>
    </dgm:pt>
    <dgm:pt modelId="{4E857799-7ADA-4647-97D9-09CB750649B3}" type="sibTrans" cxnId="{0D652403-3EDE-418A-94D5-C71DF9B55B50}">
      <dgm:prSet/>
      <dgm:spPr/>
      <dgm:t>
        <a:bodyPr/>
        <a:lstStyle/>
        <a:p>
          <a:endParaRPr lang="en-US"/>
        </a:p>
      </dgm:t>
    </dgm:pt>
    <dgm:pt modelId="{2CDB2496-02F6-4AA4-B1D1-C9ABDA3C3561}" type="pres">
      <dgm:prSet presAssocID="{209BBF48-A307-4B8C-B743-97074FC8061F}" presName="linear" presStyleCnt="0">
        <dgm:presLayoutVars>
          <dgm:animLvl val="lvl"/>
          <dgm:resizeHandles val="exact"/>
        </dgm:presLayoutVars>
      </dgm:prSet>
      <dgm:spPr/>
    </dgm:pt>
    <dgm:pt modelId="{07EC5C87-85DD-4148-93BF-FAE01AB45A63}" type="pres">
      <dgm:prSet presAssocID="{C27FC8EA-C9AF-4A3D-AA55-54A24D2A9A4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6848AF-7B84-488E-B62D-56515559E995}" type="pres">
      <dgm:prSet presAssocID="{6A5ADC98-05A3-4E46-AFC7-7335B36983F1}" presName="spacer" presStyleCnt="0"/>
      <dgm:spPr/>
    </dgm:pt>
    <dgm:pt modelId="{62193913-9337-4480-82CC-BB934C0BCF8A}" type="pres">
      <dgm:prSet presAssocID="{42296661-ADB5-47ED-9E5A-12B19E83C5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C66830B-3EAA-4909-B475-94832E45B04C}" type="pres">
      <dgm:prSet presAssocID="{5022B5CE-1888-4829-9683-4899CFD9C159}" presName="spacer" presStyleCnt="0"/>
      <dgm:spPr/>
    </dgm:pt>
    <dgm:pt modelId="{986B95A0-C486-48BA-A51B-5CC3E811A943}" type="pres">
      <dgm:prSet presAssocID="{C59607E9-38C4-4C6D-96CE-FC054B9F890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D652403-3EDE-418A-94D5-C71DF9B55B50}" srcId="{209BBF48-A307-4B8C-B743-97074FC8061F}" destId="{C59607E9-38C4-4C6D-96CE-FC054B9F890E}" srcOrd="2" destOrd="0" parTransId="{E66FD02C-7D8C-47EC-A010-88F4EF8C6342}" sibTransId="{4E857799-7ADA-4647-97D9-09CB750649B3}"/>
    <dgm:cxn modelId="{878FEF0F-5C70-45D7-9747-EAEEFAB28CEB}" srcId="{209BBF48-A307-4B8C-B743-97074FC8061F}" destId="{42296661-ADB5-47ED-9E5A-12B19E83C550}" srcOrd="1" destOrd="0" parTransId="{BABE4D17-2295-489F-953B-CD9358BCAA5B}" sibTransId="{5022B5CE-1888-4829-9683-4899CFD9C159}"/>
    <dgm:cxn modelId="{B0F5B96F-4E5A-43C0-BD65-D56565EE8A5D}" type="presOf" srcId="{C59607E9-38C4-4C6D-96CE-FC054B9F890E}" destId="{986B95A0-C486-48BA-A51B-5CC3E811A943}" srcOrd="0" destOrd="0" presId="urn:microsoft.com/office/officeart/2005/8/layout/vList2"/>
    <dgm:cxn modelId="{F9B0D48F-C132-4D77-9044-ED9F1FBB42A8}" type="presOf" srcId="{C27FC8EA-C9AF-4A3D-AA55-54A24D2A9A4D}" destId="{07EC5C87-85DD-4148-93BF-FAE01AB45A63}" srcOrd="0" destOrd="0" presId="urn:microsoft.com/office/officeart/2005/8/layout/vList2"/>
    <dgm:cxn modelId="{DD0787A1-506A-4056-A774-37A01BA58E6B}" type="presOf" srcId="{209BBF48-A307-4B8C-B743-97074FC8061F}" destId="{2CDB2496-02F6-4AA4-B1D1-C9ABDA3C3561}" srcOrd="0" destOrd="0" presId="urn:microsoft.com/office/officeart/2005/8/layout/vList2"/>
    <dgm:cxn modelId="{1FF533D6-42EB-4F0E-AC7E-8E7C7E479F64}" type="presOf" srcId="{42296661-ADB5-47ED-9E5A-12B19E83C550}" destId="{62193913-9337-4480-82CC-BB934C0BCF8A}" srcOrd="0" destOrd="0" presId="urn:microsoft.com/office/officeart/2005/8/layout/vList2"/>
    <dgm:cxn modelId="{7FC7C5DE-3938-4956-AA9C-CF7710A094AA}" srcId="{209BBF48-A307-4B8C-B743-97074FC8061F}" destId="{C27FC8EA-C9AF-4A3D-AA55-54A24D2A9A4D}" srcOrd="0" destOrd="0" parTransId="{FF9F5074-507A-4FB8-B29F-5AAC379A2956}" sibTransId="{6A5ADC98-05A3-4E46-AFC7-7335B36983F1}"/>
    <dgm:cxn modelId="{32EE58F4-CA97-4674-AE63-8ED7E424A5C2}" type="presParOf" srcId="{2CDB2496-02F6-4AA4-B1D1-C9ABDA3C3561}" destId="{07EC5C87-85DD-4148-93BF-FAE01AB45A63}" srcOrd="0" destOrd="0" presId="urn:microsoft.com/office/officeart/2005/8/layout/vList2"/>
    <dgm:cxn modelId="{25870F41-55C7-49D9-B316-33A1CB8B0955}" type="presParOf" srcId="{2CDB2496-02F6-4AA4-B1D1-C9ABDA3C3561}" destId="{A46848AF-7B84-488E-B62D-56515559E995}" srcOrd="1" destOrd="0" presId="urn:microsoft.com/office/officeart/2005/8/layout/vList2"/>
    <dgm:cxn modelId="{0B75DFC5-27B1-4D22-8720-777EC2EB4791}" type="presParOf" srcId="{2CDB2496-02F6-4AA4-B1D1-C9ABDA3C3561}" destId="{62193913-9337-4480-82CC-BB934C0BCF8A}" srcOrd="2" destOrd="0" presId="urn:microsoft.com/office/officeart/2005/8/layout/vList2"/>
    <dgm:cxn modelId="{0CE00D46-C56B-4D22-90B1-7467439C63EA}" type="presParOf" srcId="{2CDB2496-02F6-4AA4-B1D1-C9ABDA3C3561}" destId="{4C66830B-3EAA-4909-B475-94832E45B04C}" srcOrd="3" destOrd="0" presId="urn:microsoft.com/office/officeart/2005/8/layout/vList2"/>
    <dgm:cxn modelId="{DBEAA018-7A10-40F7-BF0D-D6EB889F4A94}" type="presParOf" srcId="{2CDB2496-02F6-4AA4-B1D1-C9ABDA3C3561}" destId="{986B95A0-C486-48BA-A51B-5CC3E811A94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86D68-3423-4042-8101-189EA78090FB}">
      <dsp:nvSpPr>
        <dsp:cNvPr id="0" name=""/>
        <dsp:cNvSpPr/>
      </dsp:nvSpPr>
      <dsp:spPr>
        <a:xfrm>
          <a:off x="0" y="9805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Sensor de vibração: Acelerômetro Digital (MPU6050 ou ADXL345) ou Acelerômetro Piezoelétrico</a:t>
          </a:r>
          <a:endParaRPr lang="en-US" sz="2300" kern="1200"/>
        </a:p>
      </dsp:txBody>
      <dsp:txXfrm>
        <a:off x="61741" y="159800"/>
        <a:ext cx="6543351" cy="1141288"/>
      </dsp:txXfrm>
    </dsp:sp>
    <dsp:sp modelId="{1489ED2F-1712-4A4F-9E63-A5C6816D2DBE}">
      <dsp:nvSpPr>
        <dsp:cNvPr id="0" name=""/>
        <dsp:cNvSpPr/>
      </dsp:nvSpPr>
      <dsp:spPr>
        <a:xfrm>
          <a:off x="0" y="142906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Sensor de temperatura: Sensor Digital (DS18B20) ou Infravermelho (MLX90614)</a:t>
          </a:r>
          <a:endParaRPr lang="en-US" sz="2300" kern="1200"/>
        </a:p>
      </dsp:txBody>
      <dsp:txXfrm>
        <a:off x="61741" y="1490810"/>
        <a:ext cx="6543351" cy="1141288"/>
      </dsp:txXfrm>
    </dsp:sp>
    <dsp:sp modelId="{5B41BF2D-CE78-49CD-9274-08D40046962D}">
      <dsp:nvSpPr>
        <dsp:cNvPr id="0" name=""/>
        <dsp:cNvSpPr/>
      </dsp:nvSpPr>
      <dsp:spPr>
        <a:xfrm>
          <a:off x="0" y="276008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Sensor de corrente: Não invasivo (SCT-013) ou Efeito Hall (ACS712)</a:t>
          </a:r>
          <a:endParaRPr lang="en-US" sz="2300" kern="1200"/>
        </a:p>
      </dsp:txBody>
      <dsp:txXfrm>
        <a:off x="61741" y="2821821"/>
        <a:ext cx="6543351" cy="1141288"/>
      </dsp:txXfrm>
    </dsp:sp>
    <dsp:sp modelId="{E46A3B4B-D8C4-40A6-8E6F-904B49195A96}">
      <dsp:nvSpPr>
        <dsp:cNvPr id="0" name=""/>
        <dsp:cNvSpPr/>
      </dsp:nvSpPr>
      <dsp:spPr>
        <a:xfrm>
          <a:off x="0" y="409109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Gateways: Raspberry Pi, NVIDIA Jetson Nano ou PLCs</a:t>
          </a:r>
          <a:endParaRPr lang="en-US" sz="2300" kern="1200"/>
        </a:p>
      </dsp:txBody>
      <dsp:txXfrm>
        <a:off x="61741" y="4152831"/>
        <a:ext cx="6543351" cy="1141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3297F-A2AA-4E77-B1EB-05FFCBDDA715}">
      <dsp:nvSpPr>
        <dsp:cNvPr id="0" name=""/>
        <dsp:cNvSpPr/>
      </dsp:nvSpPr>
      <dsp:spPr>
        <a:xfrm>
          <a:off x="0" y="422329"/>
          <a:ext cx="6666833" cy="1425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800" kern="1200"/>
            <a:t>WEG Motor Scan</a:t>
          </a:r>
          <a:endParaRPr lang="en-US" sz="5800" kern="1200"/>
        </a:p>
      </dsp:txBody>
      <dsp:txXfrm>
        <a:off x="69566" y="491895"/>
        <a:ext cx="6527701" cy="1285928"/>
      </dsp:txXfrm>
    </dsp:sp>
    <dsp:sp modelId="{607B123A-74BE-4464-B797-EC3219225BF8}">
      <dsp:nvSpPr>
        <dsp:cNvPr id="0" name=""/>
        <dsp:cNvSpPr/>
      </dsp:nvSpPr>
      <dsp:spPr>
        <a:xfrm>
          <a:off x="0" y="2014429"/>
          <a:ext cx="6666833" cy="142506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800" kern="1200"/>
            <a:t>Tractian</a:t>
          </a:r>
          <a:endParaRPr lang="en-US" sz="5800" kern="1200"/>
        </a:p>
      </dsp:txBody>
      <dsp:txXfrm>
        <a:off x="69566" y="2083995"/>
        <a:ext cx="6527701" cy="1285928"/>
      </dsp:txXfrm>
    </dsp:sp>
    <dsp:sp modelId="{261F2749-EF1E-43FD-8EA4-1D5099C532E6}">
      <dsp:nvSpPr>
        <dsp:cNvPr id="0" name=""/>
        <dsp:cNvSpPr/>
      </dsp:nvSpPr>
      <dsp:spPr>
        <a:xfrm>
          <a:off x="0" y="3606530"/>
          <a:ext cx="6666833" cy="14250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800" kern="1200"/>
            <a:t>Dynamox e SEMEQ</a:t>
          </a:r>
          <a:endParaRPr lang="en-US" sz="5800" kern="1200"/>
        </a:p>
      </dsp:txBody>
      <dsp:txXfrm>
        <a:off x="69566" y="3676096"/>
        <a:ext cx="6527701" cy="12859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AFBBF-CC37-42F3-8E25-39FCBF98E3DA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2F8417-0A38-4CF0-BDC1-49A39DFEEABA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/>
            <a:t>Maior controle sobre o motor</a:t>
          </a:r>
          <a:endParaRPr lang="en-US" sz="2900" kern="1200"/>
        </a:p>
      </dsp:txBody>
      <dsp:txXfrm>
        <a:off x="0" y="2663"/>
        <a:ext cx="6666833" cy="908098"/>
      </dsp:txXfrm>
    </dsp:sp>
    <dsp:sp modelId="{EC1B2285-19C3-4CBF-8B7C-FF5AA1017E8A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6650CC-0EBC-421D-9F3D-88E82A2D87BE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/>
            <a:t>Maior vida útil</a:t>
          </a:r>
          <a:endParaRPr lang="en-US" sz="2900" kern="1200"/>
        </a:p>
      </dsp:txBody>
      <dsp:txXfrm>
        <a:off x="0" y="910762"/>
        <a:ext cx="6666833" cy="908098"/>
      </dsp:txXfrm>
    </dsp:sp>
    <dsp:sp modelId="{DF22435B-679E-4B7F-AF76-9116981E57C5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0966A1-189C-48BE-B038-658A2FB9F5A0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/>
            <a:t>Evita parada de produção desnecessária</a:t>
          </a:r>
          <a:endParaRPr lang="en-US" sz="2900" kern="1200"/>
        </a:p>
      </dsp:txBody>
      <dsp:txXfrm>
        <a:off x="0" y="1818861"/>
        <a:ext cx="6666833" cy="908098"/>
      </dsp:txXfrm>
    </dsp:sp>
    <dsp:sp modelId="{F4AC56BB-4D2B-4855-8B95-9F8C296E02FE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DE9A18-A451-4A79-B04D-DF7A9798042E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/>
            <a:t>Aumento da produtividade</a:t>
          </a:r>
          <a:endParaRPr lang="en-US" sz="2900" kern="1200"/>
        </a:p>
      </dsp:txBody>
      <dsp:txXfrm>
        <a:off x="0" y="2726960"/>
        <a:ext cx="6666833" cy="908098"/>
      </dsp:txXfrm>
    </dsp:sp>
    <dsp:sp modelId="{69559BB9-B395-4130-A1AA-85D28F65DD59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04C043-21AC-45E9-B9F4-753FCEEEA220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/>
            <a:t>Paradas para manutenção programada</a:t>
          </a:r>
          <a:endParaRPr lang="en-US" sz="2900" kern="1200"/>
        </a:p>
      </dsp:txBody>
      <dsp:txXfrm>
        <a:off x="0" y="3635058"/>
        <a:ext cx="6666833" cy="908098"/>
      </dsp:txXfrm>
    </dsp:sp>
    <dsp:sp modelId="{FF73D415-8AA7-4271-AEDD-9B8F798772A8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6A4535-293A-4999-B711-C12A90D8FF83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/>
            <a:t>Já é um produto comercial</a:t>
          </a:r>
          <a:endParaRPr lang="en-US" sz="2900" kern="1200"/>
        </a:p>
      </dsp:txBody>
      <dsp:txXfrm>
        <a:off x="0" y="4543157"/>
        <a:ext cx="6666833" cy="9080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EC5C87-85DD-4148-93BF-FAE01AB45A63}">
      <dsp:nvSpPr>
        <dsp:cNvPr id="0" name=""/>
        <dsp:cNvSpPr/>
      </dsp:nvSpPr>
      <dsp:spPr>
        <a:xfrm>
          <a:off x="0" y="592834"/>
          <a:ext cx="6666833" cy="13747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É possível se conectar com outros servidores de nuvem, como AWS IoT, Google Cloud, etc ou com servidores MQTT Externos</a:t>
          </a:r>
          <a:endParaRPr lang="en-US" sz="2500" kern="1200"/>
        </a:p>
      </dsp:txBody>
      <dsp:txXfrm>
        <a:off x="67110" y="659944"/>
        <a:ext cx="6532613" cy="1240530"/>
      </dsp:txXfrm>
    </dsp:sp>
    <dsp:sp modelId="{62193913-9337-4480-82CC-BB934C0BCF8A}">
      <dsp:nvSpPr>
        <dsp:cNvPr id="0" name=""/>
        <dsp:cNvSpPr/>
      </dsp:nvSpPr>
      <dsp:spPr>
        <a:xfrm>
          <a:off x="0" y="2039585"/>
          <a:ext cx="6666833" cy="137475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Pode-se conectar com sistemas de gestão como SAP e outros</a:t>
          </a:r>
          <a:endParaRPr lang="en-US" sz="2500" kern="1200"/>
        </a:p>
      </dsp:txBody>
      <dsp:txXfrm>
        <a:off x="67110" y="2106695"/>
        <a:ext cx="6532613" cy="1240530"/>
      </dsp:txXfrm>
    </dsp:sp>
    <dsp:sp modelId="{986B95A0-C486-48BA-A51B-5CC3E811A943}">
      <dsp:nvSpPr>
        <dsp:cNvPr id="0" name=""/>
        <dsp:cNvSpPr/>
      </dsp:nvSpPr>
      <dsp:spPr>
        <a:xfrm>
          <a:off x="0" y="3486335"/>
          <a:ext cx="6666833" cy="137475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Também é possível se conectar com PLCs e sistemas SCADA</a:t>
          </a:r>
          <a:endParaRPr lang="en-US" sz="2500" kern="1200"/>
        </a:p>
      </dsp:txBody>
      <dsp:txXfrm>
        <a:off x="67110" y="3553445"/>
        <a:ext cx="6532613" cy="1240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F67A9-8470-9F5B-CBC6-5D1E7E017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07C71A-033C-D26E-0AA7-042A76FE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11456F-381D-4DAB-908D-792EDACC7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FBA198-A004-9E29-95E6-A099D1EA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6214D7-C277-5D02-1233-8B36F35E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553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5350D-9645-FB67-2509-99051992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C2CBFB-993D-C421-65C1-52F09172C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334491-00FE-41BC-1D99-11125E5A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6CF56D-A240-27AE-31F8-0EA7F94DF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2570A7-28CE-3DAC-315A-37A74997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30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28A67-BFCD-D7BC-773E-C716A8F7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313A0D-8DD7-28AB-3D23-84EF0D65C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691E65-7541-9839-98F5-9A2B20D7A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511A00-1286-62BC-3DE1-6D2D0AA6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382FBB-37CE-B70D-C6F8-96BBBC36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59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B516F-6EBB-E072-0EAF-F2EC6891F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AF9FC0-2FD1-465C-D394-949C7B829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F69597-6884-6679-81B0-F6AF369B9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6430BA-D29F-53B4-837D-1DD6E646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D77815-5C06-B0D9-F21F-1F981E2B7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979EC1-BE97-10CF-AE10-9491E3EF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52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5EA5D-D29E-19E0-DA84-F26685E88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6D73CB-799C-698E-C48F-E77CEB509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A71751-E712-E68C-5639-C68A1815E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C489CC-B6A3-7F5D-C475-943091163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BE9918-2E5E-B5E0-EA91-D20503700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BF3960-F068-E243-4AD5-50233A25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1F3017A-CB8D-999D-FE34-10B18AD0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1D77A0-8FD2-7567-6F0E-73DB2169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92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E9E1C-1ADF-ED9B-D369-8FA517D2B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27D8EB-1445-DF65-8487-0D8AA038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B99685E-E90F-BE9B-78D8-D6FFF7C51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298B6D-00D9-6D3F-57E9-9E2F367D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84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66F22D-AD67-5D31-79E6-A2FBF780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D946241-8D01-2F93-4AA6-C642010A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C86E2F-8406-A5D9-FBFB-0DFCD4D2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83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FFA97-5FD2-D93A-A84B-CC934C46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781F4-C06D-90B7-C94A-1B0F0B530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412C35-4255-B903-BBFB-8E7853024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6FB728-68EB-C7C5-792E-06F289F5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426065-3E4D-8FA9-6B90-893E24BEF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C8D1B4-7C77-7E5D-38D0-A28D593F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57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31CC-BDE9-A9B8-FF78-8E106EBA3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357FBD-0608-72DF-36AC-9867A523F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92D9B4-C4B6-A5B1-5281-A93FF1685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0133B6-ACB1-6608-C1D7-95C5E837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760E8F-12EB-B417-4A38-4917BDA8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8FBFF1-7E6E-758C-DED0-4AA16655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02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A3C2E-796B-68B9-827B-F39F8F7C7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01520C-747F-5B5F-E7A4-9DEC02BAD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D11777-F20F-EF85-E1EC-68B9FD61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020B8C-1DE1-442F-F665-F97114B2F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ADC43B-6A15-F7F5-21D6-C8818416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95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69A5AF-6AD2-D84C-88B4-3B5DB3116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5FD450-4BFA-DEAB-C301-8AA56C5E5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611340-1C03-9BFD-05AB-EB227967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CE4F24-5199-0424-7972-7BAD068F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184DD5-5911-4AA0-5370-7454F1A6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8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BE44236-7A4D-2578-FAF7-0ED0057CC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D8E6F4-FE7D-01E4-976C-077E79D15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926492-B4F8-1731-277D-DE944EF8B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58FC3-A652-4A92-BEC6-2E81E665B1E0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5D32C-91CA-2458-93ED-310183585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0669A4-5EE1-C02D-AF1E-A78932706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DB743-DECF-45A7-BF8D-A048058EB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321052-55FD-9936-0FA5-B7B06E4D9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pt-BR" sz="4800">
                <a:solidFill>
                  <a:srgbClr val="FFFFFF"/>
                </a:solidFill>
              </a:rPr>
              <a:t>Monitoramento de Falhas de Motores Elétricos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3E1BE2-46CD-4B12-09B5-5BDDA71BF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pt-BR" dirty="0"/>
              <a:t>Pedro Augusto Polegário Alves da Silva - 966</a:t>
            </a:r>
          </a:p>
        </p:txBody>
      </p:sp>
    </p:spTree>
    <p:extLst>
      <p:ext uri="{BB962C8B-B14F-4D97-AF65-F5344CB8AC3E}">
        <p14:creationId xmlns:p14="http://schemas.microsoft.com/office/powerpoint/2010/main" val="285018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17CA60-1994-B656-32BB-CDBA7342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1C98D6-2FBF-6E7E-50F6-ECCAEB037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pt-BR" sz="2000" dirty="0"/>
              <a:t>Monitorar falhas relacionadas a vibração, temperatura e corrente;</a:t>
            </a:r>
          </a:p>
          <a:p>
            <a:r>
              <a:rPr lang="pt-BR" sz="2000" dirty="0"/>
              <a:t>Realizar a manutenção preventiva e a preditiva;</a:t>
            </a:r>
          </a:p>
          <a:p>
            <a:r>
              <a:rPr lang="pt-BR" sz="2000" dirty="0"/>
              <a:t>Evitar parada de produção não planejada;</a:t>
            </a:r>
          </a:p>
          <a:p>
            <a:r>
              <a:rPr lang="pt-BR" sz="2000" dirty="0"/>
              <a:t>Ter uma visão mais clara sobre a vida útil do motor</a:t>
            </a:r>
          </a:p>
          <a:p>
            <a:r>
              <a:rPr lang="pt-BR" sz="2000" dirty="0"/>
              <a:t>Simulação realizada no </a:t>
            </a:r>
            <a:r>
              <a:rPr lang="pt-BR" sz="2000" dirty="0" err="1"/>
              <a:t>Wokwi</a:t>
            </a:r>
            <a:r>
              <a:rPr lang="pt-BR" sz="2000" dirty="0"/>
              <a:t> e no </a:t>
            </a:r>
            <a:r>
              <a:rPr lang="pt-BR" sz="2000" dirty="0" err="1"/>
              <a:t>Blynk</a:t>
            </a:r>
            <a:endParaRPr lang="pt-BR" sz="2000" dirty="0"/>
          </a:p>
          <a:p>
            <a:r>
              <a:rPr lang="pt-BR" sz="2000"/>
              <a:t>https://wokwi.com/projects/448010144019235841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64404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23E2FA-5539-E591-3870-C9B47B985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Dispositivos e Sensores que poderiam ser utilizados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007F015A-66FC-929D-BEBF-4F233E6C7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31231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378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E3D6E6-4E96-F231-5CF6-675CFB345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Projetos comerciais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ED2BFBE4-46CE-D661-963F-803848320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16257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1968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6B385E-01DA-5750-ADAE-B36C9EBB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400">
                <a:solidFill>
                  <a:srgbClr val="FFFFFF"/>
                </a:solidFill>
              </a:rPr>
              <a:t>Ganhos com a implementação IoT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48E3A97-196B-2DAC-AE3F-C3CB5BAFC7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73027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6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BCCAB7-6947-B96C-2B12-5E5B89E45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Sistemas IoT que poderiam ser aplicados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5EE857F3-0AD6-AF30-C0FF-D2E7E9F50C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6844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70652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215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Monitoramento de Falhas de Motores Elétricos</vt:lpstr>
      <vt:lpstr>Objetivos</vt:lpstr>
      <vt:lpstr>Dispositivos e Sensores que poderiam ser utilizados</vt:lpstr>
      <vt:lpstr>Projetos comerciais</vt:lpstr>
      <vt:lpstr>Ganhos com a implementação IoT</vt:lpstr>
      <vt:lpstr>Sistemas IoT que poderiam ser aplicados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Augusto</dc:creator>
  <cp:lastModifiedBy>Pedro Augusto</cp:lastModifiedBy>
  <cp:revision>1</cp:revision>
  <dcterms:created xsi:type="dcterms:W3CDTF">2025-11-18T05:20:29Z</dcterms:created>
  <dcterms:modified xsi:type="dcterms:W3CDTF">2025-11-19T02:00:53Z</dcterms:modified>
</cp:coreProperties>
</file>